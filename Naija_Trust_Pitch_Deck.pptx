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82"/>
  </p:normalViewPr>
  <p:slideViewPr>
    <p:cSldViewPr snapToGrid="0" snapToObjects="1">
      <p:cViewPr varScale="1">
        <p:scale>
          <a:sx n="119" d="100"/>
          <a:sy n="119" d="100"/>
        </p:scale>
        <p:origin x="163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Naija Trust 2: Pitch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Connecting Nigeria through Trust</a:t>
            </a:r>
          </a:p>
          <a:p>
            <a:endParaRPr/>
          </a:p>
          <a:p>
            <a:r>
              <a:t>Project Name: Naija Trust 2</a:t>
            </a:r>
          </a:p>
          <a:p>
            <a:r>
              <a:t>Project Team: The NaijaTrust Development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Lack of Transparency in the marketplace</a:t>
            </a:r>
          </a:p>
          <a:p>
            <a:r>
              <a:t>- Fragmented consumer feedback</a:t>
            </a:r>
          </a:p>
          <a:p>
            <a:r>
              <a:t>- Small businesses lack reputation management tools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Naija Trust 2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naija_trust_hero_17701608431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77724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Unified Trust Layer for Nigeria</a:t>
            </a:r>
          </a:p>
          <a:p>
            <a:r>
              <a:rPr dirty="0"/>
              <a:t>- Verified Business Listings</a:t>
            </a:r>
          </a:p>
          <a:p>
            <a:r>
              <a:rPr dirty="0"/>
              <a:t>- Aggregated Reviews &amp; Transparent Rankings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- 40 Million+ SMEs in Nigeria</a:t>
            </a:r>
          </a:p>
          <a:p>
            <a:r>
              <a:t>- Rapid digital adoption</a:t>
            </a:r>
          </a:p>
          <a:p>
            <a:r>
              <a:t>- 100M+ internet users needing trusted discovery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Smart Real-time Search</a:t>
            </a:r>
          </a:p>
          <a:p>
            <a:r>
              <a:t>- Industry-specific Category Rankings</a:t>
            </a:r>
          </a:p>
          <a:p>
            <a:r>
              <a:t>- Comprehensive Business Dashboard</a:t>
            </a:r>
          </a:p>
          <a:p>
            <a:r>
              <a:t>- Polished Help Center &amp; Pricing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 (SaaS)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Basic (Free): Standard profile</a:t>
            </a:r>
          </a:p>
          <a:p>
            <a:r>
              <a:t>- Verified (₦5,000/mo): Badge, unlimited replies</a:t>
            </a:r>
          </a:p>
          <a:p>
            <a:r>
              <a:t>- Premium (₦15,000/mo): Featured placement, analytics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Now?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Explosion of the digital economy</a:t>
            </a:r>
          </a:p>
          <a:p>
            <a:r>
              <a:t>- Mature payment infrastructure (Paystack/Flutterwave)</a:t>
            </a:r>
          </a:p>
          <a:p>
            <a:r>
              <a:t>- Increasing consumer demand for accountability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Q1: MVP Launch &amp; Category Rankings</a:t>
            </a:r>
          </a:p>
          <a:p>
            <a:r>
              <a:t>Q2: Mobile App Deployment</a:t>
            </a:r>
          </a:p>
          <a:p>
            <a:r>
              <a:t>Q3: AI-based Fraud Detection</a:t>
            </a:r>
          </a:p>
          <a:p>
            <a:r>
              <a:t>Q4: Nationwide Strategic Partnerships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Join the Trust Revolution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Website: naijatrust.ng</a:t>
            </a:r>
          </a:p>
          <a:p>
            <a:r>
              <a:t>Email: hi@naijatrust.ng</a:t>
            </a:r>
          </a:p>
          <a:p>
            <a:r>
              <a:t>Twitter: @NaijaTrust</a:t>
            </a:r>
          </a:p>
          <a:p>
            <a:endParaRPr/>
          </a:p>
          <a:p>
            <a:r>
              <a:t>Transforming Nigeria, One Review at a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219</Words>
  <Application>Microsoft Macintosh PowerPoint</Application>
  <PresentationFormat>On-screen Show (4:3)</PresentationFormat>
  <Paragraphs>42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Naija Trust 2: Pitch Deck</vt:lpstr>
      <vt:lpstr>The Problem</vt:lpstr>
      <vt:lpstr>Naija Trust 2 Vision</vt:lpstr>
      <vt:lpstr>The Solution</vt:lpstr>
      <vt:lpstr>Market Opportunity</vt:lpstr>
      <vt:lpstr>Core Features</vt:lpstr>
      <vt:lpstr>Business Model (SaaS)</vt:lpstr>
      <vt:lpstr>Why Now?</vt:lpstr>
      <vt:lpstr>The Roadmap</vt:lpstr>
      <vt:lpstr>Join the Trust Revolution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Vincent Owolawi</cp:lastModifiedBy>
  <cp:revision>2</cp:revision>
  <dcterms:created xsi:type="dcterms:W3CDTF">2013-01-27T09:14:16Z</dcterms:created>
  <dcterms:modified xsi:type="dcterms:W3CDTF">2026-02-03T23:24:37Z</dcterms:modified>
  <cp:category/>
</cp:coreProperties>
</file>